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77240"/>
            <a:ext cx="914400" cy="3474720"/>
          </a:xfrm>
          <a:prstGeom prst="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00200" y="109728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6324F"/>
                </a:solidFill>
                <a:latin typeface="Arial"/>
              </a:rPr>
              <a:t>IoT Federated Learning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317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A quick technical briefing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2976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D5A80"/>
                </a:solidFill>
                <a:latin typeface="Arial"/>
              </a:rPr>
              <a:t>Codex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7315200" cy="292608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6916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324F"/>
                </a:solidFill>
                <a:latin typeface="Arial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D5A80"/>
                </a:solidFill>
                <a:latin typeface="Arial"/>
              </a:rPr>
              <a:t>Edge privacy and distributed intelligence are driving the architecture.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4572000"/>
            <a:ext cx="384048" cy="384048"/>
          </a:xfrm>
          <a:prstGeom prst="ellipse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D5A80"/>
                </a:solidFill>
                <a:latin typeface="Arial"/>
              </a:rPr>
              <a:t>Traditional centralized training is expensive and privacy-sensitive in IoT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7498079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949440" cy="21031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Raw sensor data is costly to transmit continuously.</a:t>
            </a:r>
          </a:p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Devices have heterogeneous compute and unstable connectivity.</a:t>
            </a:r>
          </a:p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Data ownership constraints make central aggregation risky.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4069080"/>
            <a:ext cx="2194560" cy="502920"/>
          </a:xfrm>
          <a:prstGeom prst="round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416052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Privacy first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4572000"/>
            <a:ext cx="384048" cy="384048"/>
          </a:xfrm>
          <a:prstGeom prst="ellipse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rial"/>
              </a:rPr>
              <a:t>Approach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7276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rial"/>
              </a:rPr>
              <a:t>FedAvg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65960"/>
            <a:ext cx="2788920" cy="192024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Simple parameter aggregation</a:t>
            </a:r>
          </a:p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Strong baseline for IID settings</a:t>
            </a:r>
          </a:p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More sensitive to feature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57276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rial"/>
              </a:rPr>
              <a:t>FedProto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1965960"/>
            <a:ext cx="2788920" cy="192024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Prototype-level alignment</a:t>
            </a:r>
          </a:p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Handles non-IID data better</a:t>
            </a:r>
          </a:p>
          <a:p>
            <a:pPr algn="l"/>
            <a:r>
              <a:rPr sz="1500" b="0">
                <a:solidFill>
                  <a:srgbClr val="3D5A80"/>
                </a:solidFill>
                <a:latin typeface="Arial"/>
              </a:rPr>
              <a:t>Reduces semantic mismatch</a:t>
            </a:r>
          </a:p>
        </p:txBody>
      </p:sp>
      <p:sp>
        <p:nvSpPr>
          <p:cNvPr id="9" name="Oval 8"/>
          <p:cNvSpPr/>
          <p:nvPr/>
        </p:nvSpPr>
        <p:spPr>
          <a:xfrm>
            <a:off x="8366760" y="4572000"/>
            <a:ext cx="384048" cy="384048"/>
          </a:xfrm>
          <a:prstGeom prst="ellipse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rial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754880" cy="292608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Keep slides structured and visually varied.</a:t>
            </a:r>
          </a:p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Prefer a local script over hand-authoring OOXML.</a:t>
            </a:r>
          </a:p>
          <a:p>
            <a:pPr algn="l"/>
            <a:r>
              <a:rPr sz="1800" b="0">
                <a:solidFill>
                  <a:srgbClr val="3D5A80"/>
                </a:solidFill>
                <a:latin typeface="Arial"/>
              </a:rPr>
              <a:t>Use extraction-based QA after generation.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2377440" cy="2286000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8288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Ready to present</a:t>
            </a:r>
          </a:p>
        </p:txBody>
      </p:sp>
      <p:sp>
        <p:nvSpPr>
          <p:cNvPr id="6" name="Oval 5"/>
          <p:cNvSpPr/>
          <p:nvPr/>
        </p:nvSpPr>
        <p:spPr>
          <a:xfrm>
            <a:off x="8366760" y="4572000"/>
            <a:ext cx="384048" cy="384048"/>
          </a:xfrm>
          <a:prstGeom prst="ellipse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